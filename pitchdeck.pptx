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6400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6576" cy="51480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2286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 ·  THREE.JS  ·  INTERACTIVE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Particles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particle systems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react to mouse &amp; touch in real-time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Demo 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users on the web is hard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visuals bore visitors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93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landing pages use flat images — no depth, no life.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36576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/ WebGL is intimidating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992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performant particle systems from scratch takes weeks.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36576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&amp; mouse interactivity is costly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05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pointer events at 60 fps without jank requires expertise.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8229600" cy="137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Particles — drop-in WebGL magic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dependency-light Three.js boilerplate that turns any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thousands of interactive GPU-accelerated particles — in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0545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shaders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9981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Off-screen touch texture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9417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GSAP-powered transitions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50545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GUI controls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309981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 + Babel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369417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611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8229600" cy="137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image to magic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Particle positions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colours from a source image are sampled on the CPU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as vertex attributes to the GPU buffer geometry.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002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Texture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off-screen canvas captures pointer/touch events and paints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ripple texture that the vertex shader reads each frame.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 Shader magic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880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vertex shader displaces each particle based on the touch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+ simplex noise, creating fluid, organic motion at 60 fps.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5074920"/>
            <a:ext cx="8229600" cy="137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battle-tested tools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abstraction — renders millions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particles with minimal overhead.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5564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vertex &amp; fragment shaders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entirely on the GPU.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755648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system for GLSL — clean,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shader code.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5584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animation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silky-smooth transitions.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355848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264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HMR dev server + optimised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bundles.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15468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35584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264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ControlKit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GUI panel for live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tweaking.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8229600" cy="137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80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36576" cy="51480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in 3 commands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111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111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111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49240" y="113385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tympanus.net/Tutorials/InteractiveParticles/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195681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Codrops Article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tympanus.net/codrops/2019/01/17/interactive-particles-with-three-js/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9240" y="277977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github.com/brunoimbrizi/interactive-particles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360273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Docs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threejs.org/docs/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448056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4480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on GitHub ★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Particles  ·  Interactive WebGL Particles for the Modern Web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tympanus.net/Tutorials/InteractiveParticles/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5204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github.com/brunoimbrizi/interactive-particles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736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Codrops / Bruno Imbrizi — MIT License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Interactive Particles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Particles</dc:title>
  <dc:subject>WebGL Interactive Particle System</dc:subject>
  <dc:creator>Bruno Imbrizi / Codrops</dc:creator>
  <cp:lastModifiedBy>Bruno Imbrizi / Codrops</cp:lastModifiedBy>
  <cp:revision>1</cp:revision>
  <dcterms:created xsi:type="dcterms:W3CDTF">2026-03-13T10:28:56Z</dcterms:created>
  <dcterms:modified xsi:type="dcterms:W3CDTF">2026-03-13T10:28:56Z</dcterms:modified>
</cp:coreProperties>
</file>